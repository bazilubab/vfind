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1743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4B183-C3C2-AD1F-B24A-5D97A240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94D18-026D-5262-F256-A61507CA1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AE659-896C-0EB0-1450-AB8F109F7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826C4-365D-66C2-90FC-F19C8F9B70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12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project/splash.ph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23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2350008"/>
            <a:ext cx="12191695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</a:rPr>
              <a:t>Lost &amp; Found Management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Project Presentation • Software Engineering (Scrum)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5623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Ali Jinnah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11185855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Roles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545775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Master + Lead Contributor: Muhammad </a:t>
            </a:r>
            <a:r>
              <a:rPr lang="en-US" sz="1400" dirty="0" err="1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Areeb</a:t>
            </a: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Shaikh (A)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Owner: Sufyan Khan (B)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Developer: Bazil Ubab (C)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Developer: Asad Khan (D)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QA/Tester: Muhammad </a:t>
            </a:r>
            <a:r>
              <a:rPr lang="en-US" sz="1400" dirty="0" err="1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Moarij</a:t>
            </a: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89788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Duration: 10 Weeks 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305" y="6509967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2920" y="65836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Lost &amp; Found Management System • Final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1695" cy="734887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742721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built &amp; why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5780" y="982331"/>
            <a:ext cx="6487796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/>
              <a:t>The Lost and Found Management System is a web-based application developed using PHP and MySQL. It allows users to report lost or found items by posting details and images. Users can communicate through a messaging feature, while an admin panel manages users and posts. This system helps people reconnect with their lost items in an organized and efficient way.</a:t>
            </a:r>
            <a:endParaRPr lang="it-IT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85360"/>
            <a:ext cx="5939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719072"/>
            <a:ext cx="59391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75210"/>
            <a:ext cx="5939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973301"/>
            <a:ext cx="5847716" cy="16584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400" dirty="0"/>
              <a:t>To provide an easy platform to report lost and found items</a:t>
            </a:r>
          </a:p>
          <a:p>
            <a:pPr>
              <a:lnSpc>
                <a:spcPct val="115000"/>
              </a:lnSpc>
              <a:buSzPct val="100000"/>
            </a:pPr>
            <a:r>
              <a:rPr lang="en-US" sz="1400" dirty="0"/>
              <a:t>•   To help users recover their lost items quickly</a:t>
            </a:r>
          </a:p>
          <a:p>
            <a:pPr>
              <a:lnSpc>
                <a:spcPct val="115000"/>
              </a:lnSpc>
              <a:buSzPct val="100000"/>
            </a:pPr>
            <a:r>
              <a:rPr lang="en-US" sz="1400" dirty="0"/>
              <a:t>•   To allow users to post item details with images</a:t>
            </a:r>
          </a:p>
          <a:p>
            <a:pPr>
              <a:lnSpc>
                <a:spcPct val="115000"/>
              </a:lnSpc>
              <a:buSzPct val="100000"/>
            </a:pPr>
            <a:r>
              <a:rPr lang="en-US" sz="1400" dirty="0"/>
              <a:t>•   To enable communication between users through messages</a:t>
            </a:r>
          </a:p>
          <a:p>
            <a:pPr>
              <a:lnSpc>
                <a:spcPct val="115000"/>
              </a:lnSpc>
              <a:buSzPct val="100000"/>
            </a:pPr>
            <a:r>
              <a:rPr lang="en-US" sz="1400" dirty="0"/>
              <a:t>•   To manage users and posts through an admin panel</a:t>
            </a:r>
          </a:p>
          <a:p>
            <a:pPr>
              <a:lnSpc>
                <a:spcPct val="115000"/>
              </a:lnSpc>
              <a:buSzPct val="100000"/>
            </a:pPr>
            <a:r>
              <a:rPr lang="en-US" sz="1400" dirty="0"/>
              <a:t>•   To reduce time and effort in searching for lost items</a:t>
            </a:r>
          </a:p>
          <a:p>
            <a:pPr>
              <a:lnSpc>
                <a:spcPct val="115000"/>
              </a:lnSpc>
              <a:buSzPct val="100000"/>
            </a:pPr>
            <a:r>
              <a:rPr lang="en-US" sz="1400" dirty="0"/>
              <a:t>•   To provide a secure and user-friendly system</a:t>
            </a:r>
          </a:p>
        </p:txBody>
      </p:sp>
      <p:sp>
        <p:nvSpPr>
          <p:cNvPr id="11" name="Shape 9"/>
          <p:cNvSpPr/>
          <p:nvPr/>
        </p:nvSpPr>
        <p:spPr>
          <a:xfrm>
            <a:off x="7350213" y="899476"/>
            <a:ext cx="4378019" cy="553892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2" name="Text 10"/>
          <p:cNvSpPr/>
          <p:nvPr/>
        </p:nvSpPr>
        <p:spPr>
          <a:xfrm>
            <a:off x="7585076" y="1038862"/>
            <a:ext cx="38293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(Delivered)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5076" y="1210375"/>
            <a:ext cx="3737939" cy="40016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SzPct val="100000"/>
            </a:pPr>
            <a:endParaRPr lang="en-US" sz="1300" dirty="0"/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User registration and secure login system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Posting of lost items with details and images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Posting of found items with details and images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Viewing and searching lost and found items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Messaging system between users for item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   recovery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Admin panel to manage users and item posts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Database management using MySQL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User-friendly web interface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Basic security using sessions and authentication</a:t>
            </a:r>
          </a:p>
        </p:txBody>
      </p:sp>
      <p:sp>
        <p:nvSpPr>
          <p:cNvPr id="14" name="Text 12"/>
          <p:cNvSpPr/>
          <p:nvPr/>
        </p:nvSpPr>
        <p:spPr>
          <a:xfrm>
            <a:off x="7539355" y="4651155"/>
            <a:ext cx="3829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5076" y="4510341"/>
            <a:ext cx="3829379" cy="2000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200" dirty="0"/>
              <a:t>Mobile application development  • Email and SMS notifications   • Advanced search and filters •  Location-based item tracking • AI-based item matching •  Social media integration •  Improved security feature</a:t>
            </a:r>
          </a:p>
        </p:txBody>
      </p:sp>
      <p:sp>
        <p:nvSpPr>
          <p:cNvPr id="16" name="Shape 14"/>
          <p:cNvSpPr/>
          <p:nvPr/>
        </p:nvSpPr>
        <p:spPr>
          <a:xfrm>
            <a:off x="0" y="6464808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02920" y="65836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Scrum Roles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did what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34043"/>
            <a:ext cx="11185855" cy="5394960"/>
          </a:xfrm>
          <a:prstGeom prst="roundRect">
            <a:avLst>
              <a:gd name="adj" fmla="val 940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31520" y="1444752"/>
            <a:ext cx="1072865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1554480"/>
            <a:ext cx="4236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Responsibilities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107286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22960" y="20574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Master + Lead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0574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</a:t>
            </a:r>
            <a:r>
              <a:rPr lang="en-US" sz="1100" dirty="0" err="1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Areeb</a:t>
            </a: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Shaikh(A)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2057400"/>
            <a:ext cx="40992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Ceremonies, unblock team, architecture, auth, integration &amp; reviews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87752"/>
            <a:ext cx="1072865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2296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6974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Sufyan Khan (B)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697480"/>
            <a:ext cx="40992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backlog prioritization, acceptance criteria, review/demo feedback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27832"/>
            <a:ext cx="107286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22960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3375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Bazil Ubab (C)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3337560"/>
            <a:ext cx="40992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latin typeface="Aptos" panose="020B0004020202020204" pitchFamily="34" charset="0"/>
              </a:rPr>
              <a:t>UI using HTML, CSS, JavaScript</a:t>
            </a:r>
          </a:p>
        </p:txBody>
      </p:sp>
      <p:sp>
        <p:nvSpPr>
          <p:cNvPr id="23" name="Shape 21"/>
          <p:cNvSpPr/>
          <p:nvPr/>
        </p:nvSpPr>
        <p:spPr>
          <a:xfrm>
            <a:off x="731520" y="3867912"/>
            <a:ext cx="1072865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822960" y="3977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39776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Asad Khan (D)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977640"/>
            <a:ext cx="40992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latin typeface="Aptos" panose="020B0004020202020204" pitchFamily="34" charset="0"/>
              </a:rPr>
              <a:t>PHP backend and SQL database</a:t>
            </a:r>
          </a:p>
        </p:txBody>
      </p:sp>
      <p:sp>
        <p:nvSpPr>
          <p:cNvPr id="27" name="Shape 25"/>
          <p:cNvSpPr/>
          <p:nvPr/>
        </p:nvSpPr>
        <p:spPr>
          <a:xfrm>
            <a:off x="731520" y="4507992"/>
            <a:ext cx="107286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22960" y="4617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Assurance/Tester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46177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</a:t>
            </a:r>
            <a:r>
              <a:rPr lang="en-US" sz="1100" dirty="0" err="1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Moarij</a:t>
            </a:r>
            <a:r>
              <a:rPr lang="en-US" sz="11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4617720"/>
            <a:ext cx="40992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planning, bug reports, checklist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257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66160" y="52578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5257800"/>
            <a:ext cx="40992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502920" y="65836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Owner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→ Backlog → Priorities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5816645" cy="5532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77240" y="1307592"/>
            <a:ext cx="526800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 Activities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764792"/>
            <a:ext cx="517656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• Collected requirements from users and supervisor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• Defined user stories for lost and found items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• Set priorities for core features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• Managed scope and avoided extra features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• Reviewed progress after each development phase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3806703"/>
            <a:ext cx="526800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Backlog Items (sample)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1064" y="4180674"/>
            <a:ext cx="517656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User Registration &amp; Login — High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Post Lost Item with Details &amp; Image — High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Post Found Item with Details &amp; Image — High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View &amp; Search Lost/Found Items — Medium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Admin Panel (Manage Users &amp; Posts) — High</a:t>
            </a:r>
          </a:p>
        </p:txBody>
      </p:sp>
      <p:sp>
        <p:nvSpPr>
          <p:cNvPr id="11" name="Shape 9"/>
          <p:cNvSpPr/>
          <p:nvPr/>
        </p:nvSpPr>
        <p:spPr>
          <a:xfrm>
            <a:off x="6639605" y="1078992"/>
            <a:ext cx="5049170" cy="5532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913925" y="1307592"/>
            <a:ext cx="45005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Prioritization Logic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13925" y="1627632"/>
            <a:ext cx="450053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5"/>
                </a:solidFill>
              </a:rPr>
              <a:t>Core user flow was developed first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5"/>
                </a:solidFill>
              </a:rPr>
              <a:t>(Register → Login → Post Lost/Found Item)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• Essential features were marked High priority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• Supporting features added after main system worked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• Admin features included for system control</a:t>
            </a:r>
          </a:p>
        </p:txBody>
      </p:sp>
      <p:sp>
        <p:nvSpPr>
          <p:cNvPr id="14" name="Shape 12"/>
          <p:cNvSpPr/>
          <p:nvPr/>
        </p:nvSpPr>
        <p:spPr>
          <a:xfrm>
            <a:off x="6913925" y="3182112"/>
            <a:ext cx="450053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096805" y="3364992"/>
            <a:ext cx="4134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of Done (DoD)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96805" y="3685032"/>
            <a:ext cx="413477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Feature meets all requirements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Data stored correctly in database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Pages work without errors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Proper validation applied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Tested by user and admin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00" dirty="0"/>
              <a:t>• Ready for final demonstration</a:t>
            </a:r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" y="6565018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761383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Master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Cadence, coordination, and unblockers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923544"/>
            <a:ext cx="11185855" cy="5532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77240" y="1307592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Ceremonies &amp; Facilitation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764792"/>
            <a:ext cx="536432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planning: scope, estimates, sprint goal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scrum: progress, blockers, next steps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review: demo increments, collect feedback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Retrospective: improvements for next sprint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867912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 &amp; Quality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325112"/>
            <a:ext cx="10545775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blockers (merging issues)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PRs, enforce coding standards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merges + resolve conflicts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burndown/board and keep sprint healthy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handling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877" y="1764792"/>
            <a:ext cx="513572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507328" y="2039112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Rhythm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07328" y="2359152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→ Build → Review → Retro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07328" y="2816352"/>
            <a:ext cx="4678528" cy="3200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507328" y="2816352"/>
            <a:ext cx="3508896" cy="3200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07328" y="3200400"/>
            <a:ext cx="467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" y="65836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Teamwork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Modules, integration, and tech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1971" y="868867"/>
            <a:ext cx="6152220" cy="5532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77240" y="1307592"/>
            <a:ext cx="56035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Modules Delivered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764792"/>
            <a:ext cx="55121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1. User Module – Registration, login, profile management.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2. Lost Item Post – Users can post and track lost items.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3. Found Item Post – Users can post and track found items.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4. Lost–Found Chat System – Users can communicate regarding items.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5. Admin Module – Manage users, posts, and system control.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6. Pages Module – Home, About, Profile, Lost &amp; Found listings.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7. Database Module – MySQL tables for users, items, messages, and admin.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8. Extra Features – Image upload, JavaScript interactivity</a:t>
            </a:r>
          </a:p>
        </p:txBody>
      </p:sp>
      <p:sp>
        <p:nvSpPr>
          <p:cNvPr id="9" name="Text 7"/>
          <p:cNvSpPr/>
          <p:nvPr/>
        </p:nvSpPr>
        <p:spPr>
          <a:xfrm>
            <a:off x="822960" y="4636008"/>
            <a:ext cx="56035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766450"/>
            <a:ext cx="55121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38020" y="1078992"/>
            <a:ext cx="4713595" cy="5532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249500" y="1307592"/>
            <a:ext cx="41649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49500" y="1856232"/>
            <a:ext cx="1417320" cy="347472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249500" y="192938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Html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49700" y="1856232"/>
            <a:ext cx="2240280" cy="347472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849700" y="192938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PHP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49500" y="2359152"/>
            <a:ext cx="2103120" cy="347472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249500" y="243230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CSS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35500" y="2359152"/>
            <a:ext cx="1554480" cy="347472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535500" y="243230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49500" y="2862072"/>
            <a:ext cx="1143000" cy="347472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249500" y="2935224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JavaScript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75380" y="2935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bcrypt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54271" y="3406828"/>
            <a:ext cx="4164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54271" y="3804592"/>
            <a:ext cx="40735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Aptos" pitchFamily="34" charset="0"/>
              </a:rPr>
              <a:t>MySQL (stores users, lost/found items, messages, admin data)</a:t>
            </a:r>
            <a:endParaRPr lang="en-US" sz="13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Aptos" pitchFamily="34" charset="0"/>
              </a:rPr>
              <a:t>PHP (server-side logic, user &amp; admin operations)</a:t>
            </a:r>
            <a:endParaRPr lang="en-US" sz="13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Aptos" pitchFamily="34" charset="0"/>
              </a:rPr>
              <a:t>HTML, CSS, JavaScript (for interactively)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02920" y="65836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93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789376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Planning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sprints • 10 weeks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19" y="1124712"/>
            <a:ext cx="11185855" cy="5394960"/>
          </a:xfrm>
          <a:prstGeom prst="roundRect">
            <a:avLst>
              <a:gd name="adj" fmla="val 838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31520" y="1426464"/>
            <a:ext cx="1072865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554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0" y="1554480"/>
            <a:ext cx="3870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947672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3" name="Text 11"/>
          <p:cNvSpPr/>
          <p:nvPr/>
        </p:nvSpPr>
        <p:spPr>
          <a:xfrm>
            <a:off x="822960" y="211226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11226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1–3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11226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+Frontend development </a:t>
            </a:r>
            <a:endParaRPr lang="en-US" sz="1400" b="1" dirty="0"/>
          </a:p>
        </p:txBody>
      </p:sp>
      <p:sp>
        <p:nvSpPr>
          <p:cNvPr id="16" name="Text 14"/>
          <p:cNvSpPr/>
          <p:nvPr/>
        </p:nvSpPr>
        <p:spPr>
          <a:xfrm>
            <a:off x="7406640" y="2112264"/>
            <a:ext cx="37792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User interface design </a:t>
            </a:r>
          </a:p>
          <a:p>
            <a:r>
              <a:rPr lang="en-US" sz="1400" dirty="0"/>
              <a:t>Pages: Login, Register, Home, Lost, Found, Profile, About</a:t>
            </a:r>
          </a:p>
        </p:txBody>
      </p:sp>
      <p:sp>
        <p:nvSpPr>
          <p:cNvPr id="17" name="Shape 15"/>
          <p:cNvSpPr/>
          <p:nvPr/>
        </p:nvSpPr>
        <p:spPr>
          <a:xfrm>
            <a:off x="731520" y="2935224"/>
            <a:ext cx="10728655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22960" y="311810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311810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4-6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11810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</a:rPr>
              <a:t>Database &amp; Backend</a:t>
            </a:r>
            <a:endParaRPr lang="en-US" sz="1400" b="1" dirty="0"/>
          </a:p>
        </p:txBody>
      </p:sp>
      <p:sp>
        <p:nvSpPr>
          <p:cNvPr id="21" name="Text 19"/>
          <p:cNvSpPr/>
          <p:nvPr/>
        </p:nvSpPr>
        <p:spPr>
          <a:xfrm>
            <a:off x="7406640" y="3118104"/>
            <a:ext cx="37792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Database design </a:t>
            </a:r>
          </a:p>
          <a:p>
            <a:r>
              <a:rPr lang="en-US" sz="1400" dirty="0"/>
              <a:t>PHP backend development </a:t>
            </a:r>
          </a:p>
          <a:p>
            <a:r>
              <a:rPr lang="en-US" sz="1400" dirty="0"/>
              <a:t>Authentication and session handling</a:t>
            </a:r>
          </a:p>
        </p:txBody>
      </p:sp>
      <p:sp>
        <p:nvSpPr>
          <p:cNvPr id="22" name="Shape 20"/>
          <p:cNvSpPr/>
          <p:nvPr/>
        </p:nvSpPr>
        <p:spPr>
          <a:xfrm>
            <a:off x="731520" y="3959352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3" name="Text 21"/>
          <p:cNvSpPr/>
          <p:nvPr/>
        </p:nvSpPr>
        <p:spPr>
          <a:xfrm>
            <a:off x="822960" y="412394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412394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7-8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412394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</a:rPr>
              <a:t>Admin Panel Development</a:t>
            </a:r>
            <a:endParaRPr lang="en-US" sz="1400" b="1" dirty="0"/>
          </a:p>
        </p:txBody>
      </p:sp>
      <p:sp>
        <p:nvSpPr>
          <p:cNvPr id="26" name="Text 24"/>
          <p:cNvSpPr/>
          <p:nvPr/>
        </p:nvSpPr>
        <p:spPr>
          <a:xfrm>
            <a:off x="7406640" y="4123944"/>
            <a:ext cx="37792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Admin dashboard </a:t>
            </a:r>
          </a:p>
          <a:p>
            <a:r>
              <a:rPr lang="en-US" sz="1400" dirty="0"/>
              <a:t>Item verification and management </a:t>
            </a:r>
          </a:p>
          <a:p>
            <a:r>
              <a:rPr lang="en-US" sz="1400" dirty="0"/>
              <a:t>User management</a:t>
            </a:r>
          </a:p>
        </p:txBody>
      </p:sp>
      <p:sp>
        <p:nvSpPr>
          <p:cNvPr id="27" name="Shape 25"/>
          <p:cNvSpPr/>
          <p:nvPr/>
        </p:nvSpPr>
        <p:spPr>
          <a:xfrm>
            <a:off x="731518" y="4965192"/>
            <a:ext cx="10728655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22960" y="512978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03120" y="512978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9-10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512978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</a:rPr>
              <a:t>Testing &amp; Finalization </a:t>
            </a:r>
            <a:endParaRPr lang="en-US" sz="1400" b="1" dirty="0"/>
          </a:p>
        </p:txBody>
      </p:sp>
      <p:sp>
        <p:nvSpPr>
          <p:cNvPr id="31" name="Text 29"/>
          <p:cNvSpPr/>
          <p:nvPr/>
        </p:nvSpPr>
        <p:spPr>
          <a:xfrm>
            <a:off x="7406640" y="5129784"/>
            <a:ext cx="37792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System testing </a:t>
            </a:r>
          </a:p>
          <a:p>
            <a:r>
              <a:rPr lang="en-US" sz="1400" dirty="0"/>
              <a:t>Bug fixing </a:t>
            </a:r>
          </a:p>
          <a:p>
            <a:r>
              <a:rPr lang="en-US" sz="1400" dirty="0"/>
              <a:t>Final deployment</a:t>
            </a:r>
          </a:p>
        </p:txBody>
      </p:sp>
      <p:sp>
        <p:nvSpPr>
          <p:cNvPr id="32" name="Text 30"/>
          <p:cNvSpPr/>
          <p:nvPr/>
        </p:nvSpPr>
        <p:spPr>
          <a:xfrm>
            <a:off x="1005840" y="5989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02920" y="65836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Execution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work moved from backlog → increment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5532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77240" y="1307592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each sprint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764792"/>
            <a:ext cx="1054577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1. Sprint Planning – Decide tasks and set priorities for the sprint.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2. Task Assignment – Assign tasks to team members based on roles and skills.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3. Daily Stand-ups – Share progress, challenges, and next steps daily.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4. Development &amp; Testing – Implement features and test for quality.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5. Sprint Review &amp; Retrospective – Demonstrate completed work and discuss improvements</a:t>
            </a:r>
          </a:p>
        </p:txBody>
      </p:sp>
      <p:sp>
        <p:nvSpPr>
          <p:cNvPr id="9" name="Shape 7"/>
          <p:cNvSpPr/>
          <p:nvPr/>
        </p:nvSpPr>
        <p:spPr>
          <a:xfrm>
            <a:off x="777240" y="3959352"/>
            <a:ext cx="5181448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05840" y="4142232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Reviews (highlights)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462272"/>
            <a:ext cx="4724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1. Sprint 1: Project setup, database creation, and user registration/login module.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2. Sprint 2: User profile management, lost &amp; found item posting modules.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3. Sprint 3: Lost–Found chat system, admin module, and page designs.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4. Sprint 4: Notification system refactor, final testing, and bug fixes</a:t>
            </a:r>
          </a:p>
        </p:txBody>
      </p:sp>
      <p:sp>
        <p:nvSpPr>
          <p:cNvPr id="12" name="Shape 10"/>
          <p:cNvSpPr/>
          <p:nvPr/>
        </p:nvSpPr>
        <p:spPr>
          <a:xfrm>
            <a:off x="6233008" y="3959352"/>
            <a:ext cx="5181448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61608" y="4142232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Retrospectives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1608" y="4462272"/>
            <a:ext cx="4724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1.Review of Completed Work – Check what was done successfully in the sprint.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2. Identify Challenges – Discuss problems or obstacles faced by the team.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3. Lessons Learned – Note down insights to improve future sprints.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/>
              <a:t>4. Plan Improvements – Decide actionable steps for better efficiency in the next sprint</a:t>
            </a:r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02920" y="65836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Outcome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works in the final product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6711513" cy="5532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77240" y="1307592"/>
            <a:ext cx="61628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764792"/>
            <a:ext cx="6071433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User Registration &amp; Login – Secure signup and authentication system.</a:t>
            </a:r>
          </a:p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Profile Management – Users can update personal details and settings.</a:t>
            </a:r>
          </a:p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Lost Item Posting – Post and track lost items.</a:t>
            </a:r>
          </a:p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Found Item Posting – Post and track found items.</a:t>
            </a:r>
          </a:p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Lost–Found Chat System – Users communicate directly regarding items.</a:t>
            </a:r>
          </a:p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Admin Module – Manage users, posts, and site content.</a:t>
            </a:r>
          </a:p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Pages Module – Home, About, Contact, Lost &amp; Found listings.</a:t>
            </a:r>
          </a:p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Database Integration – MySQL stores all users, items, messages, and admin data.</a:t>
            </a:r>
          </a:p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Image Upload System – Attach images to lost/found posts.</a:t>
            </a:r>
          </a:p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Session-Based Authentication – Secure login and access control.</a:t>
            </a:r>
          </a:p>
          <a:p>
            <a:pPr>
              <a:lnSpc>
                <a:spcPct val="200000"/>
              </a:lnSpc>
              <a:buSzPct val="100000"/>
            </a:pPr>
            <a:r>
              <a:rPr lang="en-US" sz="1200" dirty="0"/>
              <a:t>• JavaScript Interactivity – Dynamic forms and notifications for better UX</a:t>
            </a:r>
          </a:p>
        </p:txBody>
      </p:sp>
      <p:sp>
        <p:nvSpPr>
          <p:cNvPr id="9" name="Shape 7"/>
          <p:cNvSpPr/>
          <p:nvPr/>
        </p:nvSpPr>
        <p:spPr>
          <a:xfrm>
            <a:off x="7534473" y="1088323"/>
            <a:ext cx="4154302" cy="5532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808793" y="1307592"/>
            <a:ext cx="360566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08793" y="1764792"/>
            <a:ext cx="351422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1.Efficient system for reporting and tracking lost &amp; found items.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2. Secure login and session management for safe user access.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3. Real-time chat system enabling user communication.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400" dirty="0"/>
              <a:t>4. Scalable and maintainable code with PHP, MySQL, and JS integration.</a:t>
            </a:r>
          </a:p>
        </p:txBody>
      </p:sp>
      <p:sp>
        <p:nvSpPr>
          <p:cNvPr id="12" name="Text 10"/>
          <p:cNvSpPr/>
          <p:nvPr/>
        </p:nvSpPr>
        <p:spPr>
          <a:xfrm>
            <a:off x="7808793" y="4736592"/>
            <a:ext cx="36056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flow (suggested)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08793" y="5074920"/>
            <a:ext cx="36056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Splash →Login Page/Register → Home Page → Lost Item → Found Item → Profile →About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2920" y="65836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CD278-1615-9682-0D9A-3CB7EB78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1D7733-0AA9-5C61-1994-955F2D2F6595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DCA39F-E467-EE5D-4C7E-6DB13FB02272}"/>
              </a:ext>
            </a:extLst>
          </p:cNvPr>
          <p:cNvSpPr/>
          <p:nvPr/>
        </p:nvSpPr>
        <p:spPr>
          <a:xfrm>
            <a:off x="0" y="64008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E603F3-82A9-50B3-0DA2-2B2F8B977E31}"/>
              </a:ext>
            </a:extLst>
          </p:cNvPr>
          <p:cNvSpPr/>
          <p:nvPr/>
        </p:nvSpPr>
        <p:spPr>
          <a:xfrm>
            <a:off x="777240" y="1307592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387A69A-0707-2043-AAF3-2EF44D1EE6C1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75D1870-3064-DC7E-DC58-3830FEAE7D73}"/>
              </a:ext>
            </a:extLst>
          </p:cNvPr>
          <p:cNvSpPr/>
          <p:nvPr/>
        </p:nvSpPr>
        <p:spPr>
          <a:xfrm>
            <a:off x="502920" y="65836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CF66F83-A18F-59EB-8D0E-E270BA7DBA6E}"/>
              </a:ext>
            </a:extLst>
          </p:cNvPr>
          <p:cNvSpPr/>
          <p:nvPr/>
        </p:nvSpPr>
        <p:spPr>
          <a:xfrm>
            <a:off x="316308" y="1088323"/>
            <a:ext cx="11185855" cy="53400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1115E5F6-4CE9-5011-F6E6-EEB3E7265887}"/>
              </a:ext>
            </a:extLst>
          </p:cNvPr>
          <p:cNvSpPr/>
          <p:nvPr/>
        </p:nvSpPr>
        <p:spPr>
          <a:xfrm>
            <a:off x="228600" y="278892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4000" dirty="0"/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33A10F42-DE73-4BF1-3985-EE6794190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984" y="2941942"/>
            <a:ext cx="2407298" cy="228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5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Summary, challenges, and next steps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5532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77240" y="1307592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719072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web-based Lost &amp; Found Management System built with PHP &amp; MySQL, enabling users to post, track, and communicate about lost and found items. Secure login, admin control, and interactive features ensure smooth and efficient operations.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633472"/>
            <a:ext cx="518144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05840" y="2816352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136392"/>
            <a:ext cx="47242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Ensuring real-time chat worked smoothly without delays.</a:t>
            </a: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image uploads and storage efficiently.</a:t>
            </a: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Maintaining secure login and session management.</a:t>
            </a: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Integrating user and admin modules seamlessly.</a:t>
            </a: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and fixing bugs across all modules before final delivery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2633472"/>
            <a:ext cx="518144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61608" y="2816352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 &amp; Next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1608" y="3136392"/>
            <a:ext cx="47242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Lesson: Clear planning and task division improves sprint efficiency.</a:t>
            </a: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Lesson: Continuous testing helps catch bugs early and maintain quality.</a:t>
            </a: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Implement mobile-friendly interface and notifications.</a:t>
            </a: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Add advanced search and filter features for lost/found items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836" y="5989320"/>
            <a:ext cx="10954327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02920" y="60624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" y="65836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</TotalTime>
  <Words>1538</Words>
  <Application>Microsoft Office PowerPoint</Application>
  <PresentationFormat>Widescreen</PresentationFormat>
  <Paragraphs>230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Muhammad Ali Jinnah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BlogsOrbit Team</dc:creator>
  <cp:lastModifiedBy>MUHAMMAD AREEB SHAIKH</cp:lastModifiedBy>
  <cp:revision>14</cp:revision>
  <dcterms:created xsi:type="dcterms:W3CDTF">2025-12-25T20:04:03Z</dcterms:created>
  <dcterms:modified xsi:type="dcterms:W3CDTF">2026-01-06T07:57:20Z</dcterms:modified>
</cp:coreProperties>
</file>